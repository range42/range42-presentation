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9" r:id="rId3"/>
    <p:sldId id="28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91" r:id="rId18"/>
    <p:sldId id="269" r:id="rId19"/>
    <p:sldId id="292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3751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20-minute overview of Range42's progress since 2025 with screenshots of the deployer UI.
Audience: cybersecurity professionals, government, European ecosystem partners.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Open-source dramatically lowers the cost of entry for cyber range capabilities.
- SMEs typically can't afford commercial cyber range platforms (50k-500k EUR/year)
- Service providers (MSSPs, integrators) can build on Range42 without licensing overhead
- Training institutions can deploy realistic labs for students
- Keeps sensitive training data sovereign — no cloud dependency
- Community contributions improve quality continuously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public funding = public ownership = public benefit.
The FSFE 'Public Money, Public Code' campaign advocates that publicly funded software should be Free and Open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deployer UI screenshots as the centerpiece of this talk (item 6).
The agenda now reflects the two new slides: open-source rationale and cyber range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cyber range is essentially a 'flight simulator for cybersecurity'.
Examples:
- Military/government: simulate nation-state attacks, test critical infrastructure defences
- Enterprise: train SOC analysts on real incident scenarios
- Education: hands-on labs for cybersecurity students
- Compliance: validate security controls and incident response procedures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'safe realism' and extensibility.
Range42 is not just a tool — it's a modular platform.
- Built on Proxmox (hypervisor), Ansible (automation), Docker (containers), FastAPI (backend), Vue 3 (frontend).
- Every component is open-source and replaceable.
- The IaC approach means entire lab environments are reproducible and version-controlled.
- Snapshots allow instant reset between training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progress update section.
Since the 2025 OSCL presentation, Range42 has seen significant development across all repositories.
The next few slides show concrete numbers and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measurable progress. This is not vaporware.
- 520+ total commits across 14 repositories (up from 400+ in 2025).
- Backend API: major refactor consolidated 86 route files into 10 clean domain modules.
- Deployer UI went from early prototype to a functional, daily-use tool.
- Proxmox controller handles cloud-init, VM templates, storage management.
- Docker deployment and WebSocket real-time status are key new capabilities.
- CyCon 2026 paper: first academic publication about Range42.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both backend AND frontend are operational now.
- ~100 CVEs and misconfigurations have been catalogued, ~20 are fully deployable as lab scenarios.
- Provisioning is fully automated: VMs, LXC containers, network segments, VPN tunnels, firewall rules.
- The visual lab designer lets users drag-and-drop infrastructure components and deploy with one click.
- Wazuh provides SIEM-level monitoring for training environments.
- This is real, working software — not a prototype or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visual lab designer row — new differentiator since 2025.
Range42 uniquely combines:
- Open architecture (no vendor lock-in, full source access)
- Visual lab designer (only open-source range with this)
- Full data sovereignty (on-premise, no cloud dependency)
- IaC/GitOps approach (reproducible, version-controlled environments)
Commercial SaaS platforms cost 50k-500k EUR/year and lock you in.
Traditional ranges lack automation and modern UX.
Cloud-native solutions sacrifice data custody.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WebSocket and Docker as new additions to the architecture.
- Hypervisor layer: Proxmox manages VMs, LXC containers, snapshots, and isolated network segments.
- Automation layer: Ansible roles handle the full lifecycle — provisioning, configuration, network setup, firewall rules, image management.
- Control plane: FastAPI backend deployed via Docker; WebSocket provides real-time VM status updates to the UI.
- UX layer: Deployer UI is the visual lab designer; Exercise Management Platform (EMP) is planned for scoring and reporting.
- Observability: Wazuh SIEM provides log collection, alerting, and structured telemetry for training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 shows logical architecture; right side shows actual GitHub repos.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Deployer UI showcase.
The next slides show actual screenshots of the Deployer UI — the visual lab designer that makes Range42 accessible to users who don't want to write Ansible playbooks manually.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deployer UI canvas: drag-and-drop infrastructure design.
Left sidebar: component types (VM, LXC, Network, Router, Firewall).
Resources section: inventory browser, templates, import/export.
Canvas shows connected nodes with real-time status colours.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79130-F177-DC0C-F678-E2AC2487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A5212F-4FC0-53F6-ABD7-6AAE461E4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B42CF-FDD2-1ACB-CD45-81D5E14C4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Deployer UI showcase.
The next slides show actual screenshots of the Deployer UI — the visual lab designer that makes Range42 accessible to users who don't want to write Ansible playbooks manually.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E6914-5B45-52A2-56BF-B34B19534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755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context before showing the screenshots.
The UI is the most visual and impressive part of the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D44A-61CF-8206-80C5-4CA9F8B7E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E9E24-F8C1-4055-BB05-0F35AB590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0C684-2612-78E6-F15A-8AEC6258C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deployer UI canvas: drag-and-drop infrastructure design.
Left sidebar: component types (VM, LXC, Network, Router, Firewall).
Resources section: inventory browser, templates, import/export.
Canvas shows connected nodes with real-time status colours.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23782-5F9F-6BFE-4D59-F60F93E803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69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configuration panel opens when clicking a node on the canvas.
Template selection auto-fills resource values.
Tags are synced to Proxmox for deployed VMs.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Pre-deploy reconciliation detects VMs existing on Proxmox but not on the canvas.
Deployment follows strict order: networks, routers, VMs, configuration, start.
Real-time logs show progress per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Proxmox VE is the hypervisor that Range42 automates.
Shows management UI with deployed VMs, CPU/memory graphs, and task logs.
Range42 interacts entirely via REST API — no manual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went from prototype-quality to production-grade.
- Major refactoring: 86 route files consolidated into 10 clean domain modules (auth, deployment, monitoring, etc.).
- 52 Pydantic schema files grouped into coherent modules.
- Application factory pattern for clean startup and testing.
- Structured logging with correlation IDs for debugging.
- Centralised secret management via Ansible Vault integration.
- New: Docker Compose deployment makes setup trivial.
- New: WebSocket API pushes real-time VM status changes to connected UI clients.
- New: Comprehensive test suite covers both unit and integration testing.
- New: Sphinx-generated API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two major platforms under development: the Situational Reporting Tool and the Exercise Management Platform.
These represent the next evolution of Range42 — moving beyond infrastructure provisioning into exercise orchestration, evaluation, and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Situational Reporting Tool is a web application for managing reports during cyber exercises.
Key concepts:
- Template library: admins create reusable report templates scoped per exercise.
- Multi-section reports: each section has a free-text field, evaluator feedback field, and configurable grade.
- Campaign mode: group reports of the same type to track evolution across multiple deadlines.
- Approval workflow: optional — writers submit, approvers validate, then reports go to evaluators.
- Evaluator views: campaign mode (section-by-section with history) and exercise mode (compare teams).
5 roles:
1. Global Admin — defines exercises, assigns users, creates templates
2. BT Admin — assigns reports to team members, activates approval
3. BT Report Writer — writes and submits reports
4. BT Report Approver — approves before submission (optional)
5. Report Evaluator — grades submitted reports
Scoring dashboard: per-team counts, grades, optional leaderboard.
REST API enables integration with external scoring systems.
Future scope: red team reporting (engagement reports, attack timelines, vulnerability findings).
Status: concept document (v0.1, Feb 2026) — awaiting stakeholder review and tech stack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Exercise Management Platform (EMP) is the student-facing portal and exercise orchestration layer.
How it extends beyond CTFd:
- Not just a flag-submission platform — integrates with the full Range42 ecosystem.
- Deployer UI provisions the lab; EMP delivers the exercises on top.
- Wazuh feeds real-time security telemetry into exercises (detect the attack, write the report).
- Reporting Tool handles blue team reports; EMP handles challenge scoring.
- Gamification layer provides themed skins: hospital, bank, mechanic, newsroom, classic.
- Exercises have learning objectives, dependencies, timelines, and difficulty metadata from the catalogue.
- LLM-assisted scenario generation can produce exercise content with human validation.
Architecture integration:
- Backend API provides REST + WebSocket endpoints for deployment status, scoring, submissions.
- Catalogue provides exercise metadata (CVE info, difficulty, prerequisites).
- Wazuh streams security events for detection-based challenges.
- Gamification layer wraps the UI in themed skins per exercise context.
Current status:
- Vue 3 mockup exists (range42-emp-mockup/)
- Infrastructure slot prepared in deployment playbooks (web_emp.yml, VMID 1022)
- Detailed specification not yet written — concept phase.
- Related to Axis 2 (End-User Interfaces) and Axis 3 (Student-Facing Services) in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the comparison of what works today versus what's planned.
This section covers the current capabilities, the development roadmap with 6 strategic axes, and the 50 work blocks planned across quarterly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= operational today. Right = roadmap items in development or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axes come from the official Range42 execution framework v0.8.
- Axis 0: Foundation — stabilise the core architecture, expand the scenario catalogue to 50+ deployable labs.
- Axis 1: DLSE (Declarative Live State Engine) — enable declarative state management so environments auto-reconcile to their desired state.
- Axis 2: End-user interfaces — continue evolving the Deployer UI and build the Exercise Management Platform with scoring dashboards.
- Axis 3: Student-facing services — self-service portals and guided workflows for trainees.
- Axis 4: Industrial &amp; IoT — ICS/SCADA and IoT training scenarios for critical infrastructure security.
- Axis 5: Open-source ecosystem — NGSOTI collaboration, federated catalogue exchange, community growth.
50 work blocks total, sequenced across quarterly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repository overview.
Range42 is organised as 14 separate Git repositories under the github.com/range42 organisation.
10 are public, 4 are private (deployment configs and sensitive playbooks).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Range42 GitHub organisation hosts all project repositories.
14 repos total, 520+ commits.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commit counts as of March 2026.
- backend-api (156 commits): Python/FastAPI — the orchestration engine. Major refactor completed.
- proxmox_controller (112 commits): Ansible role for Proxmox API — handles VM creation, networking, templates, cloud-init.
- catalog (97 commits): Ansible roles + Docker containers for CVE labs, misconfigurations, forensics, malware.
- playbooks (81 commits): Deployment bundles and full scenario definitions (demo_lab, forensics_lab, etc.).
- deployer-ui (74 commits): Vue 3 visual lab designer — newest but fastest-growing repo.
Highlight the velocity in backend-api and deployer-ui — most active development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lessons learned.
Be honest about what worked and what was harder than expected. This builds credibility with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challenges. It builds trust with the audience.
Technical:
- Ansible + Proxmox API is an extremely powerful combination for Infrastructure-as-Code.
- Snapshots are essential — trainees break things, and instant reset is a must.
- The early decision to refactor the backend from 86 files to 10 modules paid off enormously in maintainability.
- WebSocket for real-time VM status makes the UI feel alive and responsive.
Process:
- Governance (code review, documentation, planning) takes time but enables collaboration across the team.
- The 6-axis framework helps a small team (3 people) stay aligned on priorities.
- Documentation always lags behind code — this is universal, not unique to Range42.
- Docker deployment removed the 'works on my machine' problem for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challenges as opportunities for impactful contributions.
Content &amp; Coverage:
- Currently ~20 deployable scenarios out of ~100 identified CVEs/misconfigs. Goal is 50+.
- ICS/IoT and forensics are high-demand areas with limited open-source content.
- A standardised scenario format would enable community contributions and catalogue exchange.
Platform Maturity:
- CI/CD pipelines needed across all 14 repositories for automated testing and deployment.
- Exercise Management Platform (EMP) will add scoring, reporting, and student progress tracking.
- Federated catalogue exchange (via NGSOTI) would let organisations share scenarios securely.
Every type of contribution matters: security researchers can add scenarios, developers can improve infrastructure, designers can enhance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call to action with clear next steps and contact information.
Three main areas for contribution:
- Scenarios: security researchers can contribute CVE labs, automation playbooks, gamified exercises.
- Infrastructure: Ansible roles, backend API features, CI/CD pipelines.
- UI/UX: the Deployer UI lab designer and the upcoming Exercise Management Platform.
Contact:
- Website: range42.lu
- GitHub: github.com/range42 (10 public repos, open issues, contribution guide)
- Email: info@nc3.lu
Emphasize that contributions of all sizes are welcome — from fixing a typo in documentation to building a complete training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Range42 — Progress &amp; Showcase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Cyber Range Platform for Collaborative Security Training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NC3 / Range42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 Lille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  |   Ansible   |   Orchestration   |   Telemetry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B6317F-C256-84E8-1C83-16A842D9C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153"/>
            <a:ext cx="9144000" cy="509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7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E4504-0CBF-2EB3-DC4E-97FB508D5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45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Open-Source Cyber Range?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SMEs, integrators, and service providers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costs: freely available tools lower the investment for security testing and training — no licence fees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integrators &amp; MSSPs: service providers can build tailored solutions for SME clients without vendor lock-in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compliance: SMEs can conduct vulnerability assessments, penetration tests, and compliance drills at a fraction of the cost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development: training providers can deploy realistic labs for students and employees without expensive infrastructure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Community-driven quality: open-source contributions from the security community continuously expand scenario coverage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 &amp; control: organisations keep full control over sensitive training data — no cloud dependency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cyber ranges make professional-grade security training economically viable for organisations of all sizes.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Money, Public Code. Let's go all the way, shall we?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Funding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of 3 — InfoSec &amp; DevOps engineers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model with NC3 &amp; ecosystem partners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grant for cyber training infrastructure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 model: no licensing costs, transparent development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914400"/>
            <a:ext cx="2743200" cy="25603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0" y="11887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MONEY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kern="0" spc="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CODE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publiccode.eu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public money,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be public code.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914400" y="82296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Why open-source cyber ranges matter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Public Money, Public Code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a cyber range &amp; what is Range42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Progress since 2025: what's new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Architecture &amp; Deployer UI in action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What's coming: Reporting Tool &amp; Exercise Management Platform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Today vs. tomorrow &amp; development roadmap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Key repositories, lessons learned &amp; how to get involved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Cyber Range?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solidFill>
            <a:srgbClr val="141A22"/>
          </a:solidFill>
          <a:ln w="12700">
            <a:solidFill>
              <a:srgbClr val="217EA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94360" y="7772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simulated, isolated environment where cybersecurity professionals practice attack and defence techniques, test tools, and train for real-world incidents — without risk to production systems.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— practice offensive techniques against realistic targets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— train blue teams to detect, contain, and remediate attacks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vs. Blue exercises — adversarial team drills with live attack and defence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9202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assessment — scan and evaluate systems for known weaknesses (CVEs)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analysis — safely detonate and study malware in sandboxed environments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training — structured courses for students, employees, and certification prep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flight simulator for cybersecurity — real tools, real techniques, zero production risk.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Range42?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cyber range platform for offensive, defensive, and hybrid training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Infrastructure-as-Code: Proxmox, Ansible, Docker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&amp; extensible: supports CVE labs, misconfigurations, forensics, malware analysis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simulate real-world incidents safely, with isolation, snapshots, and telemetry.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2025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2025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520+ total commits across 14 repositories (up from 400+)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156 commits — major refactor (86 routes -&gt; 10 modules)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UI: 74 commits — from prototype to functional tool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controller: 112 commits — cloud-init, VM templates, storage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for the backend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VM status via WebSocket on the canvas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suite and Sphinx documentation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CyCon 2026 paper submitted — academic publication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Achievements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Working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CVEs &amp; misconfigurations identified, ~20 deployable scenarios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provisioning on Proxmox with networking, VPN, firewalling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lab designer with drag-and-drop infrastructure composition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monitoring via Wazuh for telemetry and alerting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repositories managing automation, content, and tooling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 with an TUI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338328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Milestone: Backend is production-ready. The visual designer is now functional and actively used.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Range42 vs. Other Cyber Ranges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9809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/ GitOps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 Custody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Reset / Snapshots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Scenarios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Lab Designer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94360" y="39776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Range42's Edge: Full control, reproducibility, and cost-effectiveness without vendor lock-in.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layer: Proxmox VMs/LXCs; snapshots; network segments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layer: Ansible roles orchestrate lifecycle, network, firewall, images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plane: Backend API (FastAPI) with Docker deployment; WebSocket for live status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layer: Deployer UI (visual designer), Exercise Management Platform (in development)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Wazuh for logs/alerts; structured telemetry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Logical Components → Repository Mapping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pic>
        <p:nvPicPr>
          <p:cNvPr id="6" name="Image 0" descr="/home/ppa/projects/range42-base/range42-presentation/images/diagram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731520"/>
            <a:ext cx="8229600" cy="3474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94360" y="43434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Logical architecture flow.  Right: Actual GitHub repository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in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0FA544-2522-6C2E-8E52-A0E6AEA66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694944"/>
            <a:ext cx="8008076" cy="4219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238619-83B0-479B-73BE-0E65F1A5E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9DE3DCE-E26E-28F1-141A-044103D4CBAD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979E49-1FC9-A6E2-2D64-B7A853BDA4C1}"/>
              </a:ext>
            </a:extLst>
          </p:cNvPr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 in Action</a:t>
            </a:r>
            <a:endParaRPr lang="en-US" sz="3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D78A6A-312A-8B62-3F82-E25062AB23D8}"/>
              </a:ext>
            </a:extLst>
          </p:cNvPr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B078CB-B9F3-C19D-5823-70AA5D3F8CB4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2726777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UI: Visual Lab Designer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VMs, LXC, networks, routers, firewalls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CPU, memory, disk, ISO per node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template selection with auto-fill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nodes to define topology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reconciliation and validation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Ordered: networks → routers → VMs → config → start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status via WebSocket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Start, stop, restart, delete from the UI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2FDDC-240A-89D4-4007-502B783E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6A423B-6651-261A-17F9-5A13BB1F99E0}"/>
              </a:ext>
            </a:extLst>
          </p:cNvPr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F0C6FB-5ADC-D5E2-61F5-624A75B4BF68}"/>
              </a:ext>
            </a:extLst>
          </p:cNvPr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UI: Canvas Overview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DD46415-DEAB-8968-3B34-5FE793949049}"/>
              </a:ext>
            </a:extLst>
          </p:cNvPr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14B684D-DBE6-C690-A4AA-0C389B7D77F2}"/>
              </a:ext>
            </a:extLst>
          </p:cNvPr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pic>
        <p:nvPicPr>
          <p:cNvPr id="6" name="Image 0" descr="/home/ppa/projects/range42-base/range42-presentation/2026/fic-lille/images/deployer-ui.png">
            <a:extLst>
              <a:ext uri="{FF2B5EF4-FFF2-40B4-BE49-F238E27FC236}">
                <a16:creationId xmlns:a16="http://schemas.microsoft.com/office/drawing/2014/main" id="{9BA9F74C-50F5-4849-73F3-600A9133D0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31520"/>
            <a:ext cx="859536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14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UI: VM Configuration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pic>
        <p:nvPicPr>
          <p:cNvPr id="6" name="Image 0" descr="/home/ppa/projects/range42-base/range42-presentation/2026/fic-lille/images/deployer-ui-vm-confi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31520"/>
            <a:ext cx="411480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each node: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754880" y="123444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Proxmox template with auto-fill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CPU, RAM, storage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IP addresses or use DHCP/cloud-init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tags for organisation and filtering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description and metadata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Reconciliation &amp; Progress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Pre-Deploy Reconciliation</a:t>
            </a:r>
            <a:endParaRPr lang="en-US" sz="1300" dirty="0"/>
          </a:p>
        </p:txBody>
      </p:sp>
      <p:pic>
        <p:nvPicPr>
          <p:cNvPr id="7" name="Image 0" descr="/home/ppa/projects/range42-base/range42-presentation/2026/fic-lille/images/deployer-ui-predeployme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97280"/>
            <a:ext cx="41148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VMs on Proxmox not in your canvas — keep or remove.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Progress</a:t>
            </a:r>
            <a:endParaRPr lang="en-US" sz="1300" dirty="0"/>
          </a:p>
        </p:txBody>
      </p:sp>
      <p:pic>
        <p:nvPicPr>
          <p:cNvPr id="10" name="Image 1" descr="/home/ppa/projects/range42-base/range42-presentation/2026/fic-lille/images/deployer-ui-deploym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097280"/>
            <a:ext cx="4114800" cy="2286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CA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deployment with real-time progress and per-VM feedback.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3886200"/>
            <a:ext cx="859536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Design → Reconcile → Deploy in order (networks → routers → VMs → config → start) → Monitor via WebSocket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Proxmox: The Hypervisor Backend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Range42 provisions and manages VMs directly through the Proxmox API</a:t>
            </a:r>
            <a:endParaRPr lang="en-US" sz="1200" dirty="0"/>
          </a:p>
        </p:txBody>
      </p:sp>
      <p:pic>
        <p:nvPicPr>
          <p:cNvPr id="7" name="Image 0" descr="/home/ppa/projects/range42-base/range42-presentation/2026/fic-lille/images/proxmo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Production-Ready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Refactoring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route files → 10 domain modules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schema files → grouped modules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factory pattern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throughout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(compose)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API for live status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suite: unit + integration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Sphinx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</a:t>
            </a:r>
            <a:r>
              <a:rPr lang="en-US" sz="2600" b="1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Tool (WIP)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the full report lifecycle during cyber range exercises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Lifecycle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library: reusable, per-exercise report templates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Multi-type reports: situational, CTI, incident, and spot reports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editing with attachments and inline images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workflow: write → approve → submit → evaluate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mode: track report evolution over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Evaluation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roles: Admin, BT Admin, Writer, Approver, Evaluator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grading with configurable scales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view: compare teams side-by-side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dashboard with granular access controls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for exporting scores to external systems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blue team reporting today — architecture supports future red team engagement reports, attack logs, and findings.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Management Platform (WIP)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CTFd — a full exercise orchestration and scoring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portal: access exercises, view progress, leaderboards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Scenario-driven: learning objectives, dependencies, timelines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themes: hospital, bank, newsroom skins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(i18n: EN, FR, DE, …)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 (with human validation)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the Dots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UI: provisions the lab infrastructure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API: orchestrates deployment and VM lifecycle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Wazuh: feeds real-time security telemetry to exercises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Tool: blue team reports scored alongside challenges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Catalogue: exercise metadata, difficulty, prerequisites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37490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 ties the entire Range42 ecosystem together — from infrastructure provisioning to exercise delivery, monitoring, scoring, and reporting.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&amp; Tomorrow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vs. Tomorrow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Proxmox automation (VMs, LXC, network, firewall, VPN)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lab designer with drag-and-drop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VM status via WebSocket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provisioning + reconciliation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Docker-based API deployment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monitoring integration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Reporting Tool (blue team reports &amp; evaluation)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Management Platform (scoring, gamification, student portal)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Live State Engine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/ IoT training scenarios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catalogue exchange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Roadmap: 6 Strategic Axes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0 — Core Stabilisation &amp; Hardening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architecture, expand catalogue to 50+ labs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1 — State Management (DLSE)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Live State Engine for reconciliation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2 — End-User Interfaces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Deployer UI, EMP with scoring dashboards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3 — Student-Facing Services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Portals, guided workflows, self-service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737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4 — Industrial &amp; IoT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ICS/SCADA and IoT training scenarios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5 — Open-Source Ecosystem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NGSOTI synergy, federated catalogues, community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94360" y="37947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Range42 Execution Framework v0.8 — 50 work blocks across 6 axes with quarterly sequencing.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Repositories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github.com/range42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D9C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repositories  |  10 public, 4 private  |  520+ commits  |  Zero high-severity findings</a:t>
            </a:r>
            <a:endParaRPr lang="en-US" sz="1200" dirty="0"/>
          </a:p>
        </p:txBody>
      </p:sp>
      <p:pic>
        <p:nvPicPr>
          <p:cNvPr id="7" name="Image 0" descr="/home/ppa/projects/range42-base/range42-presentation/2026/fic-lille/images/github-repo-range42-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Repositories (10 public, 4 private) — 520+ commits, zero high-severity findings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12140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A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backend-api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D9C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FastAPI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proxmox_controller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D9C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/ 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D9C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/ 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playbooks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D9C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Ansible / 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6EE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deployer-ui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17E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7D9C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 / TypeScript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C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+ Proxmox API = powerful IaC combo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are critical for training resets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refactoring pays off (86 → 10 route files)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enables compelling real-time UX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overhead is real but unlocks collaboration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6-axis framework aligns a small team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lags code — a universal pattern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simplifies cross-environment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 &amp; Opportunities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Coverage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50+ deployable scenarios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ICS/IoT and forensics content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scenario format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Maturity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across all repositories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Management Platform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catalogue exchange (NGSOTI)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solidFill>
            <a:srgbClr val="141A22"/>
          </a:solidFill>
          <a:ln w="1270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Expertise Matters: Every contribution — code, docs, testing, scenarios — moves the platform forward.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17EA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Involved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21792"/>
            <a:ext cx="8229600" cy="0"/>
          </a:xfrm>
          <a:prstGeom prst="line">
            <a:avLst/>
          </a:prstGeom>
          <a:noFill/>
          <a:ln w="6350">
            <a:solidFill>
              <a:srgbClr val="8CA4A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TLP:CLEAR — Information may be shared freely without restriction.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CVE research, automation, gamification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Ansible roles, backend API, CI/CD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UI/UX: Lab designer, Exercise Management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range42.lu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github.com/range42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17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info@nc3.lu</a:t>
            </a:r>
            <a:endParaRPr lang="en-US" sz="1400" dirty="0"/>
          </a:p>
        </p:txBody>
      </p:sp>
      <p:pic>
        <p:nvPicPr>
          <p:cNvPr id="9" name="Image 0" descr="/home/ppa/projects/range42-base/range42-presentation/images/contribut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9440" y="914400"/>
            <a:ext cx="173736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4778</Words>
  <Application>Microsoft Office PowerPoint</Application>
  <PresentationFormat>On-screen Show (16:9)</PresentationFormat>
  <Paragraphs>394</Paragraphs>
  <Slides>36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Range42 — Progress &amp; Showcase — FIC Lille 2026</dc:title>
  <dc:subject>PptxGenJS Presentation</dc:subject>
  <dc:creator>NC3 / Range42 Team</dc:creator>
  <cp:lastModifiedBy>Philippe Parage</cp:lastModifiedBy>
  <cp:revision>3</cp:revision>
  <dcterms:created xsi:type="dcterms:W3CDTF">2026-03-31T10:55:05Z</dcterms:created>
  <dcterms:modified xsi:type="dcterms:W3CDTF">2026-03-31T14:12:22Z</dcterms:modified>
</cp:coreProperties>
</file>